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BFE79-F34D-5D26-24B0-6A50C7510943}" v="245" dt="2026-03-15T10:55:34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AB0-515A-C560-AC7C-75B37A2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F899-314A-0742-8307-63390B56B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34FC9-1AC8-D62F-E5DA-0843C0D61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9B3C-ADA4-C46E-C325-3D827B593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3646-88D6-537C-A36D-DC0D7C4B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C287E-350B-8FF5-77D7-84CA4F98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28A3-B79B-0C88-0CAD-1F54E0EA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8426C-F6AC-4BBF-7B5A-969C5F9FD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8620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369481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Homework 2:</a:t>
            </a:r>
            <a:endParaRPr lang="en-US" sz="3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Kernel Density Estimation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11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Pennelli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14028" y="139120"/>
            <a:ext cx="22366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Accenni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teorici</a:t>
            </a:r>
            <a:endParaRPr lang="it-IT" sz="2800" dirty="0" err="1"/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475AA-0977-BF23-B388-1A52C0F4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9F09402-773D-5660-6BC5-BB20B4B6282B}"/>
              </a:ext>
            </a:extLst>
          </p:cNvPr>
          <p:cNvSpPr/>
          <p:nvPr/>
        </p:nvSpPr>
        <p:spPr>
          <a:xfrm>
            <a:off x="1191421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CAC635-A312-9C36-BBA1-B7A2258D6E65}"/>
              </a:ext>
            </a:extLst>
          </p:cNvPr>
          <p:cNvSpPr/>
          <p:nvPr/>
        </p:nvSpPr>
        <p:spPr>
          <a:xfrm>
            <a:off x="446284" y="251654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b="1" dirty="0">
              <a:solidFill>
                <a:srgbClr val="1B3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E9F1F7-DBE4-62F3-E64F-D29642CD503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AB88C96F-80B0-372E-92C8-EAD68A6E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9B11C01-73E1-7421-7FF0-24493C7E453F}"/>
              </a:ext>
            </a:extLst>
          </p:cNvPr>
          <p:cNvSpPr/>
          <p:nvPr/>
        </p:nvSpPr>
        <p:spPr>
          <a:xfrm>
            <a:off x="3271206" y="100177"/>
            <a:ext cx="2579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Risultati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Ottenuti</a:t>
            </a:r>
            <a:endParaRPr lang="it-IT" sz="2800" dirty="0" err="1"/>
          </a:p>
        </p:txBody>
      </p:sp>
    </p:spTree>
    <p:extLst>
      <p:ext uri="{BB962C8B-B14F-4D97-AF65-F5344CB8AC3E}">
        <p14:creationId xmlns:p14="http://schemas.microsoft.com/office/powerpoint/2010/main" val="45106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502E0-4F9F-9789-0B0F-2A3FFC4D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33DC9DD3-30A1-D0FA-976C-7C77A80052F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68292EC-8EAA-E24F-EDD3-DDC5FC53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762451F-9228-DC6B-4886-5D0B8BCC9B02}"/>
              </a:ext>
            </a:extLst>
          </p:cNvPr>
          <p:cNvSpPr/>
          <p:nvPr/>
        </p:nvSpPr>
        <p:spPr>
          <a:xfrm>
            <a:off x="2892940" y="100177"/>
            <a:ext cx="335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Ulteriori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casi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studio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241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16277178-7293-3369-D132-C1E9CCC46BC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61637" y="2254207"/>
            <a:ext cx="8559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A Tutorial on Kernel </a:t>
            </a:r>
            <a:r>
              <a:rPr lang="it-IT" sz="2000" dirty="0" err="1">
                <a:ea typeface="Calibri"/>
                <a:cs typeface="Calibri"/>
              </a:rPr>
              <a:t>Density</a:t>
            </a:r>
            <a:r>
              <a:rPr lang="it-IT" sz="2000" dirty="0">
                <a:ea typeface="Calibri"/>
                <a:cs typeface="Calibri"/>
              </a:rPr>
              <a:t> </a:t>
            </a:r>
            <a:r>
              <a:rPr lang="it-IT" sz="2000" dirty="0" err="1">
                <a:ea typeface="Calibri"/>
                <a:cs typeface="Calibri"/>
              </a:rPr>
              <a:t>Estimation</a:t>
            </a:r>
            <a:r>
              <a:rPr lang="it-IT" sz="2000" dirty="0">
                <a:ea typeface="Calibri"/>
                <a:cs typeface="Calibri"/>
              </a:rPr>
              <a:t> and </a:t>
            </a:r>
            <a:r>
              <a:rPr lang="it-IT" sz="2000" dirty="0" err="1">
                <a:ea typeface="Calibri"/>
                <a:cs typeface="Calibri"/>
              </a:rPr>
              <a:t>Recent</a:t>
            </a:r>
            <a:r>
              <a:rPr lang="it-IT" sz="2000" dirty="0">
                <a:ea typeface="Calibri"/>
                <a:cs typeface="Calibri"/>
              </a:rPr>
              <a:t> </a:t>
            </a:r>
            <a:r>
              <a:rPr lang="it-IT" sz="2000" dirty="0" err="1">
                <a:ea typeface="Calibri"/>
                <a:cs typeface="Calibri"/>
              </a:rPr>
              <a:t>Advances</a:t>
            </a:r>
            <a:r>
              <a:rPr lang="it-IT" sz="2000" dirty="0">
                <a:ea typeface="Calibri"/>
                <a:cs typeface="Calibri"/>
              </a:rPr>
              <a:t> (Yen-Chi Chen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Kernel </a:t>
            </a:r>
            <a:r>
              <a:rPr lang="it-IT" sz="2000" dirty="0" err="1">
                <a:ea typeface="Calibri"/>
                <a:cs typeface="Calibri"/>
              </a:rPr>
              <a:t>Density</a:t>
            </a:r>
            <a:r>
              <a:rPr lang="it-IT" sz="2000" dirty="0">
                <a:ea typeface="Calibri"/>
                <a:cs typeface="Calibri"/>
              </a:rPr>
              <a:t> Estimator </a:t>
            </a:r>
            <a:r>
              <a:rPr lang="it-IT" sz="2000" dirty="0" err="1">
                <a:ea typeface="Calibri"/>
                <a:cs typeface="Calibri"/>
              </a:rPr>
              <a:t>explained</a:t>
            </a:r>
            <a:r>
              <a:rPr lang="it-IT" sz="2000" dirty="0">
                <a:ea typeface="Calibri"/>
                <a:cs typeface="Calibri"/>
              </a:rPr>
              <a:t> step by step (Medium.com)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Claude per aiuto sul codice</a:t>
            </a:r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63</Words>
  <Application>Microsoft Office PowerPoint</Application>
  <PresentationFormat>Presentazione su schermo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Eros Pinzani</cp:lastModifiedBy>
  <cp:revision>426</cp:revision>
  <dcterms:created xsi:type="dcterms:W3CDTF">2026-03-12T12:19:20Z</dcterms:created>
  <dcterms:modified xsi:type="dcterms:W3CDTF">2026-04-22T14:05:38Z</dcterms:modified>
</cp:coreProperties>
</file>