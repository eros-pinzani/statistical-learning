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61" r:id="rId5"/>
    <p:sldId id="262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1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902B99-5EE0-E666-749D-04F7FC41BD1C}" v="1228" dt="2026-03-12T17:31:17.8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841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0BAB0-515A-C560-AC7C-75B37A2C8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CF899-314A-0742-8307-63390B56B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034FC9-1AC8-D62F-E5DA-0843C0D615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69B3C-ADA4-C46E-C325-3D827B5939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7074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D3646-88D6-537C-A36D-DC0D7C4B2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C287E-350B-8FF5-77D7-84CA4F989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928A3-B79B-0C88-0CAD-1F54E0EA05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8426C-F6AC-4BBF-7B5A-969C5F9FD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8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004180"/>
          </a:solidFill>
          <a:ln w="12700">
            <a:solidFill>
              <a:srgbClr val="1B3D7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118792" y="-8620"/>
            <a:ext cx="5404508" cy="514242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369481"/>
            <a:ext cx="5738391" cy="18269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360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Homework 1:</a:t>
            </a:r>
            <a:endParaRPr lang="en-US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</a:t>
            </a:r>
            <a:r>
              <a:rPr lang="en-US" sz="36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Problema</a:t>
            </a:r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della </a:t>
            </a:r>
            <a:r>
              <a:rPr lang="en-US" sz="36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Variabile</a:t>
            </a:r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36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Omessa</a:t>
            </a:r>
            <a:endParaRPr lang="en-US" sz="36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2606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AUTORI: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2880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Francesco Faillace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878346B-309A-6DA9-57CB-83A68DC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543" y="2410097"/>
            <a:ext cx="2131695" cy="2537460"/>
          </a:xfrm>
          <a:prstGeom prst="rect">
            <a:avLst/>
          </a:prstGeom>
          <a:ln>
            <a:solidFill>
              <a:srgbClr val="004180"/>
            </a:solidFill>
          </a:ln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9E5F7317-9BEE-D425-1B51-65793C82F008}"/>
              </a:ext>
            </a:extLst>
          </p:cNvPr>
          <p:cNvSpPr/>
          <p:nvPr/>
        </p:nvSpPr>
        <p:spPr>
          <a:xfrm>
            <a:off x="411480" y="31119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Lorenzo Maria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Pennelli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465E81B1-F718-DAAD-4211-40D5EFC3C85A}"/>
              </a:ext>
            </a:extLst>
          </p:cNvPr>
          <p:cNvSpPr/>
          <p:nvPr/>
        </p:nvSpPr>
        <p:spPr>
          <a:xfrm>
            <a:off x="411480" y="33467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Eros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Pinzani</a:t>
            </a:r>
            <a:endParaRPr lang="en-US" sz="1200" dirty="0" err="1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1849731" y="275709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Panoramica</a:t>
            </a:r>
            <a:endParaRPr lang="it-IT" sz="2800" dirty="0" err="1"/>
          </a:p>
        </p:txBody>
      </p:sp>
      <p:sp>
        <p:nvSpPr>
          <p:cNvPr id="6" name="Text 4"/>
          <p:cNvSpPr/>
          <p:nvPr/>
        </p:nvSpPr>
        <p:spPr>
          <a:xfrm>
            <a:off x="740722" y="106087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Obiettivo</a:t>
            </a:r>
            <a:r>
              <a:rPr lang="en-US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740722" y="1407944"/>
            <a:ext cx="411480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>
              <a:buSzPct val="100000"/>
              <a:buChar char="•"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Sono idee lorem ipsum</a:t>
            </a:r>
            <a:endParaRPr lang="en-US" sz="11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740722" y="226406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B3D7D"/>
                </a:solidFill>
                <a:ea typeface="Calibri"/>
                <a:cs typeface="Calibri"/>
              </a:rPr>
              <a:t>Procedimento</a:t>
            </a:r>
            <a:r>
              <a:rPr lang="en-US" b="1" dirty="0">
                <a:solidFill>
                  <a:srgbClr val="1B3D7D"/>
                </a:solidFill>
                <a:ea typeface="Calibri"/>
                <a:cs typeface="Calibri"/>
              </a:rPr>
              <a:t>:</a:t>
            </a:r>
          </a:p>
        </p:txBody>
      </p:sp>
      <p:sp>
        <p:nvSpPr>
          <p:cNvPr id="9" name="Text 7"/>
          <p:cNvSpPr/>
          <p:nvPr/>
        </p:nvSpPr>
        <p:spPr>
          <a:xfrm>
            <a:off x="263266" y="2538791"/>
            <a:ext cx="4114800" cy="21945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 algn="l">
              <a:buSzPct val="100000"/>
              <a:buFont typeface="+mj-lt"/>
              <a:buAutoNum type="arabicPeriod"/>
            </a:pPr>
            <a:endParaRPr lang="en-US" sz="11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2/5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1436C73-6C73-8E81-872C-0EFCE6CFA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885DB-339C-919E-E359-E92F48F43056}"/>
              </a:ext>
            </a:extLst>
          </p:cNvPr>
          <p:cNvSpPr txBox="1"/>
          <p:nvPr/>
        </p:nvSpPr>
        <p:spPr>
          <a:xfrm>
            <a:off x="739635" y="2679794"/>
            <a:ext cx="345363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dirty="0" err="1">
                <a:ea typeface="Calibri"/>
                <a:cs typeface="Calibri"/>
              </a:rPr>
              <a:t>Lorem</a:t>
            </a:r>
            <a:r>
              <a:rPr lang="it-IT" dirty="0">
                <a:ea typeface="Calibri"/>
                <a:cs typeface="Calibri"/>
              </a:rPr>
              <a:t> </a:t>
            </a:r>
            <a:r>
              <a:rPr lang="it-IT" dirty="0" err="1">
                <a:ea typeface="Calibri"/>
                <a:cs typeface="Calibri"/>
              </a:rPr>
              <a:t>ipsum</a:t>
            </a:r>
            <a:endParaRPr lang="it-IT" dirty="0" err="1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672AAE4F-B3BC-8BD2-516A-6A46A1ACBBDA}"/>
              </a:ext>
            </a:extLst>
          </p:cNvPr>
          <p:cNvSpPr txBox="1"/>
          <p:nvPr/>
        </p:nvSpPr>
        <p:spPr>
          <a:xfrm>
            <a:off x="4845939" y="1283812"/>
            <a:ext cx="3444595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>
                <a:ea typeface="Calibri"/>
                <a:cs typeface="Calibri"/>
              </a:rPr>
              <a:t>Disclaimer </a:t>
            </a:r>
          </a:p>
          <a:p>
            <a:endParaRPr lang="it-IT" dirty="0">
              <a:ea typeface="Calibri"/>
              <a:cs typeface="Calibri"/>
            </a:endParaRPr>
          </a:p>
          <a:p>
            <a:r>
              <a:rPr lang="it-IT" dirty="0">
                <a:ea typeface="Calibri"/>
                <a:cs typeface="Calibri"/>
              </a:rPr>
              <a:t>è solo una mia proposta di un ragazzo poco creativo se si ha altre </a:t>
            </a:r>
            <a:r>
              <a:rPr lang="it-IT">
                <a:ea typeface="Calibri"/>
                <a:cs typeface="Calibri"/>
              </a:rPr>
              <a:t>idee o cose più interessanti ben venga </a:t>
            </a:r>
            <a:r>
              <a:rPr lang="it-IT" dirty="0">
                <a:ea typeface="Calibri"/>
                <a:cs typeface="Calibri"/>
              </a:rPr>
              <a:t> </a:t>
            </a:r>
            <a:endParaRPr lang="it-IT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3475AA-0977-BF23-B388-1A52C0F4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ttangolo 31">
            <a:extLst>
              <a:ext uri="{FF2B5EF4-FFF2-40B4-BE49-F238E27FC236}">
                <a16:creationId xmlns:a16="http://schemas.microsoft.com/office/drawing/2014/main" id="{8C0E4178-B9C4-7C49-E09E-ACB03E5048B4}"/>
              </a:ext>
            </a:extLst>
          </p:cNvPr>
          <p:cNvSpPr/>
          <p:nvPr/>
        </p:nvSpPr>
        <p:spPr>
          <a:xfrm>
            <a:off x="345355" y="1949200"/>
            <a:ext cx="8417108" cy="29943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9F09402-773D-5660-6BC5-BB20B4B6282B}"/>
              </a:ext>
            </a:extLst>
          </p:cNvPr>
          <p:cNvSpPr/>
          <p:nvPr/>
        </p:nvSpPr>
        <p:spPr>
          <a:xfrm>
            <a:off x="1191421" y="102089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0CAC635-A312-9C36-BBA1-B7A2258D6E65}"/>
              </a:ext>
            </a:extLst>
          </p:cNvPr>
          <p:cNvSpPr/>
          <p:nvPr/>
        </p:nvSpPr>
        <p:spPr>
          <a:xfrm>
            <a:off x="342842" y="757043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Osservazioni</a:t>
            </a:r>
            <a:r>
              <a:rPr lang="en-US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0E9F1F7-DBE4-62F3-E64F-D29642CD5031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3/5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AB88C96F-80B0-372E-92C8-EAD68A6E6E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E9B11C01-73E1-7421-7FF0-24493C7E453F}"/>
              </a:ext>
            </a:extLst>
          </p:cNvPr>
          <p:cNvSpPr/>
          <p:nvPr/>
        </p:nvSpPr>
        <p:spPr>
          <a:xfrm>
            <a:off x="1820794" y="102089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Risultati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Ottenuti</a:t>
            </a:r>
            <a:endParaRPr lang="it-IT" sz="2800" dirty="0" err="1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A48A8D0-9F10-ED83-2D0A-31C8FD3C69F5}"/>
              </a:ext>
            </a:extLst>
          </p:cNvPr>
          <p:cNvSpPr txBox="1"/>
          <p:nvPr/>
        </p:nvSpPr>
        <p:spPr>
          <a:xfrm>
            <a:off x="457459" y="3177912"/>
            <a:ext cx="8306283" cy="646331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dirty="0">
                <a:ea typeface="Calibri"/>
                <a:cs typeface="Calibri"/>
              </a:rPr>
              <a:t>Inserire i quattro grafici ? (il rettangolo è solo indicativo meglio toglierlo ed è messo a caso se si cambia va bene)</a:t>
            </a:r>
            <a:endParaRPr lang="it-IT" dirty="0" err="1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51061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0502E0-4F9F-9789-0B0F-2A3FFC4D3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29">
            <a:extLst>
              <a:ext uri="{FF2B5EF4-FFF2-40B4-BE49-F238E27FC236}">
                <a16:creationId xmlns:a16="http://schemas.microsoft.com/office/drawing/2014/main" id="{33DC9DD3-30A1-D0FA-976C-7C77A80052F3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4/5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B68292EC-8EAA-E24F-EDD3-DDC5FC5344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D762451F-9228-DC6B-4886-5D0B8BCC9B02}"/>
              </a:ext>
            </a:extLst>
          </p:cNvPr>
          <p:cNvSpPr/>
          <p:nvPr/>
        </p:nvSpPr>
        <p:spPr>
          <a:xfrm>
            <a:off x="1820794" y="196133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Ulteriori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casi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di studio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8E02A6F-D229-0A7A-9209-AE4F7DC79FA5}"/>
              </a:ext>
            </a:extLst>
          </p:cNvPr>
          <p:cNvSpPr txBox="1"/>
          <p:nvPr/>
        </p:nvSpPr>
        <p:spPr>
          <a:xfrm>
            <a:off x="560537" y="1066830"/>
            <a:ext cx="7946980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>
                <a:ea typeface="Calibri"/>
                <a:cs typeface="Calibri"/>
              </a:rPr>
              <a:t>Disclaimer</a:t>
            </a:r>
          </a:p>
          <a:p>
            <a:r>
              <a:rPr lang="it-IT" dirty="0">
                <a:ea typeface="Calibri"/>
                <a:cs typeface="Calibri"/>
              </a:rPr>
              <a:t>va valutato cosa inserire qui l'idea è di vedere se inserire 1 o 2 grafici (dipende se entrano) </a:t>
            </a:r>
          </a:p>
          <a:p>
            <a:r>
              <a:rPr lang="it-IT" dirty="0">
                <a:ea typeface="Calibri"/>
                <a:cs typeface="Calibri"/>
              </a:rPr>
              <a:t>riguardo alla convergenza dei beta stimati al numero di iterazioni della simulazione </a:t>
            </a:r>
            <a:r>
              <a:rPr lang="it-IT">
                <a:ea typeface="Calibri"/>
                <a:cs typeface="Calibri"/>
              </a:rPr>
              <a:t>di Montecarlo e </a:t>
            </a:r>
          </a:p>
          <a:p>
            <a:r>
              <a:rPr lang="it-IT" dirty="0">
                <a:ea typeface="Calibri"/>
                <a:cs typeface="Calibri"/>
              </a:rPr>
              <a:t>l'altro grafico riguardo al com</a:t>
            </a:r>
            <a:r>
              <a:rPr lang="it-IT" dirty="0"/>
              <a:t>portamento del </a:t>
            </a:r>
            <a:r>
              <a:rPr lang="it-IT" dirty="0" err="1"/>
              <a:t>bias</a:t>
            </a:r>
            <a:r>
              <a:rPr lang="it-IT" dirty="0"/>
              <a:t> del problema della variabile omessa come varia al cambiare dei valori di rho e beta2</a:t>
            </a:r>
          </a:p>
          <a:p>
            <a:endParaRPr lang="it-IT" dirty="0">
              <a:ea typeface="Calibri"/>
              <a:cs typeface="Calibri"/>
            </a:endParaRPr>
          </a:p>
          <a:p>
            <a:r>
              <a:rPr lang="it-IT">
                <a:ea typeface="Calibri"/>
                <a:cs typeface="Calibri"/>
              </a:rPr>
              <a:t>Magari se entra inserire le osservazioni </a:t>
            </a:r>
            <a:endParaRPr lang="it-IT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82414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EA1AD-4C9A-1BF0-035D-46B80869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29">
            <a:extLst>
              <a:ext uri="{FF2B5EF4-FFF2-40B4-BE49-F238E27FC236}">
                <a16:creationId xmlns:a16="http://schemas.microsoft.com/office/drawing/2014/main" id="{16277178-7293-3369-D132-C1E9CCC46BC4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4/5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E58DD92B-B830-7CCD-A258-69209AE790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70FAACB5-2DD5-4EF5-22ED-C0F387F9F02D}"/>
              </a:ext>
            </a:extLst>
          </p:cNvPr>
          <p:cNvSpPr/>
          <p:nvPr/>
        </p:nvSpPr>
        <p:spPr>
          <a:xfrm>
            <a:off x="1350572" y="196133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References</a:t>
            </a:r>
            <a:endParaRPr lang="en-US" sz="3200" b="1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298D74-F56D-5BC1-408F-ED87B18157FA}"/>
              </a:ext>
            </a:extLst>
          </p:cNvPr>
          <p:cNvSpPr txBox="1"/>
          <p:nvPr/>
        </p:nvSpPr>
        <p:spPr>
          <a:xfrm>
            <a:off x="361637" y="886011"/>
            <a:ext cx="85599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dirty="0">
                <a:ea typeface="Calibri"/>
                <a:cs typeface="Calibri"/>
              </a:rPr>
              <a:t>Da trovare le referenze da inserire principalmente si pensava le slide di teoria e laboratorio della professore</a:t>
            </a:r>
            <a:r>
              <a:rPr lang="it-IT">
                <a:ea typeface="Calibri"/>
                <a:cs typeface="Calibri"/>
              </a:rPr>
              <a:t>ssa </a:t>
            </a:r>
          </a:p>
          <a:p>
            <a:r>
              <a:rPr lang="it-IT" dirty="0">
                <a:ea typeface="Calibri"/>
                <a:cs typeface="Calibri"/>
              </a:rPr>
              <a:t>Non so se ha senso inserire nelle referenze </a:t>
            </a:r>
            <a:r>
              <a:rPr lang="it-IT" dirty="0" err="1">
                <a:ea typeface="Calibri"/>
                <a:cs typeface="Calibri"/>
              </a:rPr>
              <a:t>wikipedia</a:t>
            </a:r>
            <a:r>
              <a:rPr lang="it-IT" dirty="0">
                <a:ea typeface="Calibri"/>
                <a:cs typeface="Calibri"/>
              </a:rPr>
              <a:t> link (</a:t>
            </a:r>
            <a:r>
              <a:rPr lang="it-IT" dirty="0">
                <a:ea typeface="+mn-lt"/>
                <a:cs typeface="+mn-lt"/>
              </a:rPr>
              <a:t>https://it.wikipedia.org/wiki/</a:t>
            </a:r>
            <a:r>
              <a:rPr lang="it-IT" dirty="0" err="1">
                <a:ea typeface="+mn-lt"/>
                <a:cs typeface="+mn-lt"/>
              </a:rPr>
              <a:t>Regressione_lineare</a:t>
            </a:r>
            <a:r>
              <a:rPr lang="it-IT" dirty="0">
                <a:ea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285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159</Words>
  <Application>Microsoft Office PowerPoint</Application>
  <PresentationFormat>Presentazione su schermo (16:9)</PresentationFormat>
  <Paragraphs>35</Paragraphs>
  <Slides>5</Slides>
  <Notes>5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6" baseType="lpstr"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Eros Pinzani</cp:lastModifiedBy>
  <cp:revision>272</cp:revision>
  <dcterms:created xsi:type="dcterms:W3CDTF">2026-03-12T12:19:20Z</dcterms:created>
  <dcterms:modified xsi:type="dcterms:W3CDTF">2026-03-12T17:32:11Z</dcterms:modified>
</cp:coreProperties>
</file>