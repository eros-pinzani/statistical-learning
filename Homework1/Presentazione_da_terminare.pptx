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1" r:id="rId5"/>
    <p:sldId id="26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FBFE79-F34D-5D26-24B0-6A50C7510943}" v="245" dt="2026-03-15T10:55:34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4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BAB0-515A-C560-AC7C-75B37A2C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CF899-314A-0742-8307-63390B56B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34FC9-1AC8-D62F-E5DA-0843C0D61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69B3C-ADA4-C46E-C325-3D827B593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07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3646-88D6-537C-A36D-DC0D7C4B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C287E-350B-8FF5-77D7-84CA4F989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928A3-B79B-0C88-0CAD-1F54E0EA0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8426C-F6AC-4BBF-7B5A-969C5F9FD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9474-57FB-CBA8-B393-2AB92D5F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09A78-12DD-C145-5E26-6F832B11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38C-C925-803E-2C29-A6B6E2D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C6E3-DB8E-0578-A6FA-2FB4425A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04180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118792" y="-8620"/>
            <a:ext cx="5404508" cy="5142426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369481"/>
            <a:ext cx="5738391" cy="18269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360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Homework 1:</a:t>
            </a:r>
            <a:endParaRPr lang="en-US" sz="3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Il </a:t>
            </a:r>
            <a:r>
              <a:rPr lang="en-US" sz="36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Problema</a:t>
            </a:r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della </a:t>
            </a:r>
            <a:r>
              <a:rPr lang="en-US" sz="36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Variabile</a:t>
            </a:r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Omessa</a:t>
            </a:r>
            <a:endParaRPr lang="en-US" sz="3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AUTORI: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Francesco Faillace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878346B-309A-6DA9-57CB-83A68DC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43" y="2410097"/>
            <a:ext cx="2131695" cy="2537460"/>
          </a:xfrm>
          <a:prstGeom prst="rect">
            <a:avLst/>
          </a:prstGeom>
          <a:ln>
            <a:solidFill>
              <a:srgbClr val="004180"/>
            </a:solidFill>
          </a:ln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9E5F7317-9BEE-D425-1B51-65793C82F008}"/>
              </a:ext>
            </a:extLst>
          </p:cNvPr>
          <p:cNvSpPr/>
          <p:nvPr/>
        </p:nvSpPr>
        <p:spPr>
          <a:xfrm>
            <a:off x="411480" y="3111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Lorenzo Maria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Pennelli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65E81B1-F718-DAAD-4211-40D5EFC3C85A}"/>
              </a:ext>
            </a:extLst>
          </p:cNvPr>
          <p:cNvSpPr/>
          <p:nvPr/>
        </p:nvSpPr>
        <p:spPr>
          <a:xfrm>
            <a:off x="41148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Eros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Pinzani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849731" y="275709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Panoramica</a:t>
            </a:r>
            <a:endParaRPr lang="it-IT" sz="2800" dirty="0" err="1"/>
          </a:p>
        </p:txBody>
      </p:sp>
      <p:sp>
        <p:nvSpPr>
          <p:cNvPr id="6" name="Text 4"/>
          <p:cNvSpPr/>
          <p:nvPr/>
        </p:nvSpPr>
        <p:spPr>
          <a:xfrm>
            <a:off x="740722" y="106087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Obiettivo</a:t>
            </a:r>
            <a:r>
              <a:rPr lang="en-US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0722" y="1407944"/>
            <a:ext cx="41148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Sono idee lorem ipsum</a:t>
            </a:r>
            <a:endParaRPr lang="en-US" sz="1100" dirty="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0722" y="226406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ea typeface="Calibri"/>
                <a:cs typeface="Calibri"/>
              </a:rPr>
              <a:t>Procedimento</a:t>
            </a:r>
            <a:r>
              <a:rPr lang="en-US" b="1" dirty="0">
                <a:solidFill>
                  <a:srgbClr val="1B3D7D"/>
                </a:solidFill>
                <a:ea typeface="Calibri"/>
                <a:cs typeface="Calibri"/>
              </a:rPr>
              <a:t>:</a:t>
            </a:r>
          </a:p>
        </p:txBody>
      </p:sp>
      <p:sp>
        <p:nvSpPr>
          <p:cNvPr id="9" name="Text 7"/>
          <p:cNvSpPr/>
          <p:nvPr/>
        </p:nvSpPr>
        <p:spPr>
          <a:xfrm>
            <a:off x="263266" y="2538791"/>
            <a:ext cx="411480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endParaRPr lang="en-US" sz="1100" dirty="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31436C73-6C73-8E81-872C-0EFCE6CFA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E885DB-339C-919E-E359-E92F48F43056}"/>
              </a:ext>
            </a:extLst>
          </p:cNvPr>
          <p:cNvSpPr txBox="1"/>
          <p:nvPr/>
        </p:nvSpPr>
        <p:spPr>
          <a:xfrm>
            <a:off x="739635" y="2679794"/>
            <a:ext cx="34536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 err="1">
                <a:ea typeface="Calibri"/>
                <a:cs typeface="Calibri"/>
              </a:rPr>
              <a:t>Lorem</a:t>
            </a:r>
            <a:r>
              <a:rPr lang="it-IT" dirty="0">
                <a:ea typeface="Calibri"/>
                <a:cs typeface="Calibri"/>
              </a:rPr>
              <a:t> </a:t>
            </a:r>
            <a:r>
              <a:rPr lang="it-IT" dirty="0" err="1">
                <a:ea typeface="Calibri"/>
                <a:cs typeface="Calibri"/>
              </a:rPr>
              <a:t>ipsum</a:t>
            </a:r>
            <a:endParaRPr lang="it-IT" dirty="0" err="1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72AAE4F-B3BC-8BD2-516A-6A46A1ACBBDA}"/>
              </a:ext>
            </a:extLst>
          </p:cNvPr>
          <p:cNvSpPr txBox="1"/>
          <p:nvPr/>
        </p:nvSpPr>
        <p:spPr>
          <a:xfrm>
            <a:off x="4845939" y="1283812"/>
            <a:ext cx="344459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Disclaimer 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è solo una mia proposta di un ragazzo poco creativo se si ha altre </a:t>
            </a:r>
            <a:r>
              <a:rPr lang="it-IT">
                <a:ea typeface="Calibri"/>
                <a:cs typeface="Calibri"/>
              </a:rPr>
              <a:t>idee o cose più interessanti ben venga </a:t>
            </a:r>
            <a:r>
              <a:rPr lang="it-IT" dirty="0">
                <a:ea typeface="Calibri"/>
                <a:cs typeface="Calibri"/>
              </a:rPr>
              <a:t> </a:t>
            </a:r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475AA-0977-BF23-B388-1A52C0F4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29F09402-773D-5660-6BC5-BB20B4B6282B}"/>
              </a:ext>
            </a:extLst>
          </p:cNvPr>
          <p:cNvSpPr/>
          <p:nvPr/>
        </p:nvSpPr>
        <p:spPr>
          <a:xfrm>
            <a:off x="1191421" y="102089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CAC635-A312-9C36-BBA1-B7A2258D6E65}"/>
              </a:ext>
            </a:extLst>
          </p:cNvPr>
          <p:cNvSpPr/>
          <p:nvPr/>
        </p:nvSpPr>
        <p:spPr>
          <a:xfrm>
            <a:off x="458589" y="120556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Osservazioni</a:t>
            </a:r>
            <a:r>
              <a:rPr lang="en-US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0E9F1F7-DBE4-62F3-E64F-D29642CD5031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AB88C96F-80B0-372E-92C8-EAD68A6E6E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E9B11C01-73E1-7421-7FF0-24493C7E453F}"/>
              </a:ext>
            </a:extLst>
          </p:cNvPr>
          <p:cNvSpPr/>
          <p:nvPr/>
        </p:nvSpPr>
        <p:spPr>
          <a:xfrm>
            <a:off x="1820794" y="102089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Risultati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Ottenuti</a:t>
            </a:r>
            <a:endParaRPr lang="it-IT" sz="2800" dirty="0" err="1"/>
          </a:p>
        </p:txBody>
      </p:sp>
      <p:pic>
        <p:nvPicPr>
          <p:cNvPr id="2" name="Immagine 1" descr="Immagine che contiene diagramm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28BD64FB-27C8-DA3A-C4E9-EDEFDC291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847" y="839165"/>
            <a:ext cx="4723015" cy="42030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1061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502E0-4F9F-9789-0B0F-2A3FFC4D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9">
            <a:extLst>
              <a:ext uri="{FF2B5EF4-FFF2-40B4-BE49-F238E27FC236}">
                <a16:creationId xmlns:a16="http://schemas.microsoft.com/office/drawing/2014/main" id="{33DC9DD3-30A1-D0FA-976C-7C77A80052F3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B68292EC-8EAA-E24F-EDD3-DDC5FC534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D762451F-9228-DC6B-4886-5D0B8BCC9B02}"/>
              </a:ext>
            </a:extLst>
          </p:cNvPr>
          <p:cNvSpPr/>
          <p:nvPr/>
        </p:nvSpPr>
        <p:spPr>
          <a:xfrm>
            <a:off x="1820794" y="102089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Ulteriori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casi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di studio</a:t>
            </a:r>
            <a:endParaRPr lang="it-IT" dirty="0"/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A29174C0-F434-9E67-AF61-D6442F666134}"/>
              </a:ext>
            </a:extLst>
          </p:cNvPr>
          <p:cNvCxnSpPr/>
          <p:nvPr/>
        </p:nvCxnSpPr>
        <p:spPr>
          <a:xfrm>
            <a:off x="4337740" y="820903"/>
            <a:ext cx="7227" cy="4119080"/>
          </a:xfrm>
          <a:prstGeom prst="straightConnector1">
            <a:avLst/>
          </a:prstGeom>
          <a:ln w="28575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Text 4">
            <a:extLst>
              <a:ext uri="{FF2B5EF4-FFF2-40B4-BE49-F238E27FC236}">
                <a16:creationId xmlns:a16="http://schemas.microsoft.com/office/drawing/2014/main" id="{7CCF26C0-AB7C-5941-8FE5-82401EB320EE}"/>
              </a:ext>
            </a:extLst>
          </p:cNvPr>
          <p:cNvSpPr/>
          <p:nvPr/>
        </p:nvSpPr>
        <p:spPr>
          <a:xfrm>
            <a:off x="183690" y="82215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Convergenza</a:t>
            </a:r>
            <a:r>
              <a:rPr lang="en-US" sz="2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con  Monte Carlo</a:t>
            </a:r>
            <a:endParaRPr lang="en-US" sz="2200" b="1">
              <a:solidFill>
                <a:srgbClr val="1B3D7D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C14D6D8-DB7A-69DE-E8F1-117327115C6B}"/>
              </a:ext>
            </a:extLst>
          </p:cNvPr>
          <p:cNvSpPr/>
          <p:nvPr/>
        </p:nvSpPr>
        <p:spPr>
          <a:xfrm>
            <a:off x="4654409" y="822149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200" b="1" dirty="0">
                <a:solidFill>
                  <a:srgbClr val="004180"/>
                </a:solidFill>
              </a:rPr>
              <a:t>Bias al </a:t>
            </a:r>
            <a:r>
              <a:rPr lang="en-US" sz="2200" b="1" dirty="0" err="1">
                <a:solidFill>
                  <a:srgbClr val="004180"/>
                </a:solidFill>
              </a:rPr>
              <a:t>variare</a:t>
            </a:r>
            <a:r>
              <a:rPr lang="en-US" sz="2200" b="1" dirty="0">
                <a:solidFill>
                  <a:srgbClr val="004180"/>
                </a:solidFill>
              </a:rPr>
              <a:t> di ρ e β₂</a:t>
            </a:r>
            <a:endParaRPr lang="it-IT" sz="2200" b="1">
              <a:solidFill>
                <a:srgbClr val="004180"/>
              </a:solidFill>
              <a:ea typeface="Calibri"/>
              <a:cs typeface="Calibri"/>
            </a:endParaRPr>
          </a:p>
          <a:p>
            <a:pPr algn="ctr"/>
            <a:endParaRPr lang="en-US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0D763DB7-FD53-9532-4031-008F0FE76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495" y="1208831"/>
            <a:ext cx="3878968" cy="2805413"/>
          </a:xfrm>
          <a:prstGeom prst="rect">
            <a:avLst/>
          </a:prstGeom>
          <a:ln>
            <a:noFill/>
          </a:ln>
        </p:spPr>
      </p:pic>
      <p:pic>
        <p:nvPicPr>
          <p:cNvPr id="15" name="Immagine 14" descr="Immagine che contiene testo, linea, diagramma, Parallelo&#10;&#10;Il contenuto generato dall&amp;#39;IA potrebbe non essere corretto.">
            <a:extLst>
              <a:ext uri="{FF2B5EF4-FFF2-40B4-BE49-F238E27FC236}">
                <a16:creationId xmlns:a16="http://schemas.microsoft.com/office/drawing/2014/main" id="{5B415F3D-6A1E-1BE2-5664-4F243EE4E2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763" t="2765" r="2927" b="2995"/>
          <a:stretch>
            <a:fillRect/>
          </a:stretch>
        </p:blipFill>
        <p:spPr>
          <a:xfrm>
            <a:off x="4339468" y="1207644"/>
            <a:ext cx="4748109" cy="302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1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EA1AD-4C9A-1BF0-035D-46B80869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9">
            <a:extLst>
              <a:ext uri="{FF2B5EF4-FFF2-40B4-BE49-F238E27FC236}">
                <a16:creationId xmlns:a16="http://schemas.microsoft.com/office/drawing/2014/main" id="{16277178-7293-3369-D132-C1E9CCC46BC4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E58DD92B-B830-7CCD-A258-69209AE79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70FAACB5-2DD5-4EF5-22ED-C0F387F9F02D}"/>
              </a:ext>
            </a:extLst>
          </p:cNvPr>
          <p:cNvSpPr/>
          <p:nvPr/>
        </p:nvSpPr>
        <p:spPr>
          <a:xfrm>
            <a:off x="1350572" y="196133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3200" b="1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298D74-F56D-5BC1-408F-ED87B18157FA}"/>
              </a:ext>
            </a:extLst>
          </p:cNvPr>
          <p:cNvSpPr txBox="1"/>
          <p:nvPr/>
        </p:nvSpPr>
        <p:spPr>
          <a:xfrm>
            <a:off x="361637" y="886011"/>
            <a:ext cx="85599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Da trovare le referenze da inserire principalmente si pensava le slide di teoria e laboratorio della professore</a:t>
            </a:r>
            <a:r>
              <a:rPr lang="it-IT">
                <a:ea typeface="Calibri"/>
                <a:cs typeface="Calibri"/>
              </a:rPr>
              <a:t>ssa </a:t>
            </a:r>
          </a:p>
          <a:p>
            <a:r>
              <a:rPr lang="it-IT" dirty="0">
                <a:ea typeface="Calibri"/>
                <a:cs typeface="Calibri"/>
              </a:rPr>
              <a:t>Non so se ha senso inserire nelle referenze </a:t>
            </a:r>
            <a:r>
              <a:rPr lang="it-IT" dirty="0" err="1">
                <a:ea typeface="Calibri"/>
                <a:cs typeface="Calibri"/>
              </a:rPr>
              <a:t>wikipedia</a:t>
            </a:r>
            <a:r>
              <a:rPr lang="it-IT" dirty="0">
                <a:ea typeface="Calibri"/>
                <a:cs typeface="Calibri"/>
              </a:rPr>
              <a:t> link (</a:t>
            </a:r>
            <a:r>
              <a:rPr lang="it-IT" dirty="0">
                <a:ea typeface="+mn-lt"/>
                <a:cs typeface="+mn-lt"/>
              </a:rPr>
              <a:t>https://it.wikipedia.org/wiki/</a:t>
            </a:r>
            <a:r>
              <a:rPr lang="it-IT" dirty="0" err="1">
                <a:ea typeface="+mn-lt"/>
                <a:cs typeface="+mn-lt"/>
              </a:rPr>
              <a:t>Regressione_lineare</a:t>
            </a:r>
            <a:r>
              <a:rPr lang="it-IT" dirty="0">
                <a:ea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85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159</Words>
  <Application>Microsoft Office PowerPoint</Application>
  <PresentationFormat>Presentazione su schermo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Eros Pinzani</cp:lastModifiedBy>
  <cp:revision>414</cp:revision>
  <dcterms:created xsi:type="dcterms:W3CDTF">2026-03-12T12:19:20Z</dcterms:created>
  <dcterms:modified xsi:type="dcterms:W3CDTF">2026-03-15T11:00:51Z</dcterms:modified>
</cp:coreProperties>
</file>